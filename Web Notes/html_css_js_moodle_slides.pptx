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02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explaining that HTML, CSS and JavaScript are not separate websites here. In Moodle, they are often small enhancements inside a Page, Book, Label or activity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common Moodle places: Page resource, Book chapters, Label/Text and media area, Quiz question text, assignment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HTML is not about making things pretty first. It gives meaning: this is a heading, this is a paragraph, this is a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can make a Moodle page feel clearer, but too much decoration can become confusing. Emphasise readability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practical warning: JavaScript may be disabled or stripped depending on Moodle role and security filters. Use it only after checking local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9372600" y="320040"/>
            <a:ext cx="2148840" cy="2148840"/>
          </a:xfrm>
          <a:prstGeom prst="ellipse">
            <a:avLst/>
          </a:prstGeom>
          <a:solidFill>
            <a:srgbClr val="FED7AA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HTML, CSS &amp; JavaScript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Moodle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148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A beginner-friendly view of how web building blocks work inside Moodle pages and activities.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2563EB"/>
          </a:solidFill>
          <a:ln/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HTML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4416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4782312"/>
            <a:ext cx="3154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Headings, paragraphs, links, images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53128" y="31546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98012"/>
          </a:solidFill>
          <a:ln/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CSS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453128" y="4416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Style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53128" y="4782312"/>
            <a:ext cx="3154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Colours, spacing, layout, fonts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31546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CA8A04"/>
          </a:solidFill>
          <a:ln/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JavaScript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156448" y="4416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Behaviour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6448" y="4782312"/>
            <a:ext cx="3154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Buttons, interactions, simple logic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they fit in Moodle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Moodle gives you places to add content. HTML, CSS and JavaScript change what that content is, how it looks, and how it behaves.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53212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53212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795528" y="13258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987552" y="13258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1179576" y="13258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481328" y="12984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Course page / activity description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Course topic: Week 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389120" cy="50292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</a:rPr>
              <a:t>Page / Book / Label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43891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Edit content with the Moodle editor.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Switch to HTML/source view when you need tags.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005072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&lt;/&gt; HTML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61488" y="4005072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9801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Styles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4005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CA8A0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Scripts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5010912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Important: Moodle sites often restrict JavaScript for security. Use only where your role/site settings allow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234440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1  HTML creates the content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03720" y="178308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tags to organise text, images, links and sections.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2578608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2  CSS improves presentation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03720" y="312724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Apply clear spacing, colours and visual hierarchy.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922776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6903720" y="4133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3  JavaScript adds interaction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03720" y="447141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Keep it small: reveal hints, validate inputs, toggle panels.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532120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 practice: test in student view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= structure and meaning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HTML tells the browser what each piece of content is.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4892040" cy="3063240"/>
          </a:xfrm>
          <a:prstGeom prst="roundRect">
            <a:avLst>
              <a:gd name="adj" fmla="val 1791"/>
            </a:avLst>
          </a:prstGeom>
          <a:solidFill>
            <a:srgbClr val="111827"/>
          </a:solidFill>
          <a:ln w="8890">
            <a:solidFill>
              <a:srgbClr val="0F172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&lt;section class="notice"&gt;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&lt;h2&gt;Before the lab&lt;/h2&gt;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&lt;p&gt;Watch the Topic 3 video.&lt;/p&gt;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&lt;a href="resources.html"&gt;Open resources&lt;/a&gt;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&lt;/section&gt;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Good Moodle HTML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50749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Use headings in order: h2, h3, h4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Use paragraphs for normal text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Use links with meaningful text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Use lists for steps or requirements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530352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30352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6327648" y="13716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Shape 8"/>
          <p:cNvSpPr/>
          <p:nvPr/>
        </p:nvSpPr>
        <p:spPr>
          <a:xfrm>
            <a:off x="6519672" y="137160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6711696" y="13716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7013448" y="13441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How students see 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Before the lab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Watch the Topic 3 video.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127248"/>
            <a:ext cx="1783080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resources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968496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6537960" y="4315968"/>
            <a:ext cx="4251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Structure makes content easier to scan, easier to style, and more accessible.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= visual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CSS changes the appearance without changing the meaning of the content.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4800600" cy="3840480"/>
          </a:xfrm>
          <a:prstGeom prst="roundRect">
            <a:avLst>
              <a:gd name="adj" fmla="val 1429"/>
            </a:avLst>
          </a:prstGeom>
          <a:solidFill>
            <a:srgbClr val="111827"/>
          </a:solidFill>
          <a:ln w="8890">
            <a:solidFill>
              <a:srgbClr val="0F172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.notice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background: #fff7ed;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border-left: 6px solid #f98012;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padding: 16px;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border-radius: 10px;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.notice a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font-weight: bold;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5349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CSS controls: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31720" y="5330952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F9801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73552" y="5330952"/>
            <a:ext cx="94183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5330952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64465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</a:rPr>
              <a:t>Before the lab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Watch the Topic 3 video.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389120" cy="1325880"/>
          </a:xfrm>
          <a:prstGeom prst="roundRect">
            <a:avLst>
              <a:gd name="adj" fmla="val 3448"/>
            </a:avLst>
          </a:prstGeom>
          <a:solidFill>
            <a:srgbClr val="FFF7ED"/>
          </a:solidFill>
          <a:ln w="38100">
            <a:solidFill>
              <a:srgbClr val="F98012"/>
            </a:solidFill>
            <a:headEnd type="none"/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Styled notice box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4736592"/>
            <a:ext cx="4526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In Moodle: prefer simple styles that help students find information quickly.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82128" y="5715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Accessibility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5669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02952" y="56692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readable size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= small interactions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JavaScript can respond to user actions, but it should be used carefully in Moodle.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111827"/>
          </a:solidFill>
          <a:ln w="8890">
            <a:solidFill>
              <a:srgbClr val="0F172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&lt;button onclick="toggleHint()"&gt;Show hint&lt;/button&gt;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&lt;p id="hint" hidden&gt;Start with the heading.&lt;/p&gt;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&lt;script&gt;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toggleHint()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const hint = document.getElementById('hint');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hint.hidden = !hint.hidden;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&lt;/script&gt;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1206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12064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6510528" y="13716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6702552" y="137160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6894576" y="13716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96328" y="13441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Student interaction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208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033"/>
                </a:solidFill>
              </a:rPr>
              <a:t>Activity: Build a page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20840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Click for a hint before you ask for help.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3044952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Show hint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30768" y="3054096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>
            <a:solidFill>
              <a:srgbClr val="93C5F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Start with the heading.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44348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6629400" y="46817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Use JavaScript only when it adds real learning value.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720840" y="5056632"/>
            <a:ext cx="4434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</a:rPr>
              <a:t>Check Moodle permissions first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</a:rPr>
              <a:t>Keep scripts short and easy to remove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</a:rPr>
              <a:t>Make sure content still works without scripts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104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HTML, CSS &amp; JavaScript in Moodle</dc:title>
  <dc:subject>HTML CSS JavaScript on Moodle</dc:subject>
  <dc:creator>OpenAI</dc:creator>
  <cp:lastModifiedBy>Niloofar Aflaki</cp:lastModifiedBy>
  <cp:revision>2</cp:revision>
  <dcterms:created xsi:type="dcterms:W3CDTF">2026-08-18T02:23:03Z</dcterms:created>
  <dcterms:modified xsi:type="dcterms:W3CDTF">2026-08-18T02:46:36Z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2026-08-18T02:46:36Z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b6a5cc64-7d5b-4d0d-bf12-7d95b3fe5057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